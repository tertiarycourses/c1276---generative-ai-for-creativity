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Generative AI for Creativity (C1276)</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C1276</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27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1 Day,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1</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Build the Island Botanica launch campaign end to end with AI — set up a creative toolkit and brand voice, draft the story, copy and visuals, build the social and launch content, then ideate, refine and pitch the campaign.</a:t>
            </a:r>
          </a:p>
          <a:p>
            <a:pPr>
              <a:spcAft>
                <a:spcPts val="1000"/>
              </a:spcAft>
            </a:pPr>
            <a:r>
              <a:rPr sz="1400" b="0">
                <a:solidFill>
                  <a:srgbClr val="5B6372"/>
                </a:solidFill>
                <a:latin typeface="Arial"/>
              </a:rPr>
              <a:t>–  Topic 1: Getting Started with Generative AI for Creative Work (Labs 1–4)</a:t>
            </a:r>
          </a:p>
          <a:p>
            <a:pPr>
              <a:spcAft>
                <a:spcPts val="1000"/>
              </a:spcAft>
            </a:pPr>
            <a:r>
              <a:rPr sz="1400" b="0">
                <a:solidFill>
                  <a:srgbClr val="5B6372"/>
                </a:solidFill>
                <a:latin typeface="Arial"/>
              </a:rPr>
              <a:t>–  Topic 2: Creating Written and Visual Content with AI (Labs 5–8)</a:t>
            </a:r>
          </a:p>
          <a:p>
            <a:pPr>
              <a:spcAft>
                <a:spcPts val="1000"/>
              </a:spcAft>
            </a:pPr>
            <a:r>
              <a:rPr sz="1400" b="0">
                <a:solidFill>
                  <a:srgbClr val="5B6372"/>
                </a:solidFill>
                <a:latin typeface="Arial"/>
              </a:rPr>
              <a:t>–  Topic 3: AI-Assisted Ideation and Creative Workflows (Labs 9–11)</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1 — Build the Island Botanica launch campaign end to end with AI — set up a creative toolkit and brand voice, draft the story, copy and visuals, build the social and launch content, then ideate, refine and pitch the campaign.</a:t>
            </a:r>
          </a:p>
          <a:p>
            <a:pPr>
              <a:spcAft>
                <a:spcPts val="1000"/>
              </a:spcAft>
            </a:pPr>
            <a:r>
              <a:rPr sz="1400" b="0">
                <a:solidFill>
                  <a:srgbClr val="5B6372"/>
                </a:solidFill>
                <a:latin typeface="Arial"/>
              </a:rPr>
              <a:t>–  Topic 1: Getting Started with Generative AI for Creative Work (Labs 1–4)</a:t>
            </a:r>
          </a:p>
          <a:p>
            <a:pPr>
              <a:spcAft>
                <a:spcPts val="1000"/>
              </a:spcAft>
            </a:pPr>
            <a:r>
              <a:rPr sz="1400" b="0">
                <a:solidFill>
                  <a:srgbClr val="5B6372"/>
                </a:solidFill>
                <a:latin typeface="Arial"/>
              </a:rPr>
              <a:t>–  Topic 2: Creating Written and Visual Content with AI (Labs 5–8)</a:t>
            </a:r>
          </a:p>
          <a:p>
            <a:pPr>
              <a:spcAft>
                <a:spcPts val="1000"/>
              </a:spcAft>
            </a:pPr>
            <a:r>
              <a:rPr sz="1400" b="0">
                <a:solidFill>
                  <a:srgbClr val="5B6372"/>
                </a:solidFill>
                <a:latin typeface="Arial"/>
              </a:rPr>
              <a:t>–  Topic 3: AI-Assisted Ideation and Creative Workflows (Labs 9–11)</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9:00am–6:00pm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AI creative toolkit</a:t>
            </a:r>
          </a:p>
          <a:p>
            <a:pPr algn="l">
              <a:spcAft>
                <a:spcPts val="300"/>
              </a:spcAft>
            </a:pPr>
            <a:r>
              <a:rPr sz="1300" b="0">
                <a:solidFill>
                  <a:srgbClr val="5B6372"/>
                </a:solidFill>
                <a:latin typeface="Arial"/>
              </a:rPr>
              <a:t>Explain how generative AI supports the creative process, and set up an AI creative toolkit — general chat assistants (ChatGPT, Claude, Gemini, Copilot) and an AI image tool — for creative 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Creative prompting</a:t>
            </a:r>
          </a:p>
          <a:p>
            <a:pPr algn="l">
              <a:spcAft>
                <a:spcPts val="300"/>
              </a:spcAft>
            </a:pPr>
            <a:r>
              <a:rPr sz="1300" b="0">
                <a:solidFill>
                  <a:srgbClr val="5B6372"/>
                </a:solidFill>
                <a:latin typeface="Arial"/>
              </a:rPr>
              <a:t>Write effective, structured prompts for creative tasks and build a reusable creative prompt library.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Tone, style &amp; voice</a:t>
            </a:r>
          </a:p>
          <a:p>
            <a:pPr algn="l">
              <a:spcAft>
                <a:spcPts val="300"/>
              </a:spcAft>
            </a:pPr>
            <a:r>
              <a:rPr sz="1300" b="0">
                <a:solidFill>
                  <a:srgbClr val="5B6372"/>
                </a:solidFill>
                <a:latin typeface="Arial"/>
              </a:rPr>
              <a:t>Use generative AI to define and lock a consistent brand tone, style and voice for a creative project.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Responsible creativity</a:t>
            </a:r>
          </a:p>
          <a:p>
            <a:pPr algn="l">
              <a:spcAft>
                <a:spcPts val="300"/>
              </a:spcAft>
            </a:pPr>
            <a:r>
              <a:rPr sz="1300" b="0">
                <a:solidFill>
                  <a:srgbClr val="5B6372"/>
                </a:solidFill>
                <a:latin typeface="Arial"/>
              </a:rPr>
              <a:t>Apply responsible-use practices to AI creative work — originality, copyright, AI-image rights and transparent disclosure.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Story &amp; copy</a:t>
            </a:r>
          </a:p>
          <a:p>
            <a:pPr algn="l">
              <a:spcAft>
                <a:spcPts val="300"/>
              </a:spcAft>
            </a:pPr>
            <a:r>
              <a:rPr sz="1300" b="0">
                <a:solidFill>
                  <a:srgbClr val="5B6372"/>
                </a:solidFill>
                <a:latin typeface="Arial"/>
              </a:rPr>
              <a:t>Draft a brand story, taglines and marketing copy with AI, on a defined brand voice.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Adapt &amp; iterate</a:t>
            </a:r>
          </a:p>
          <a:p>
            <a:pPr algn="l">
              <a:spcAft>
                <a:spcPts val="300"/>
              </a:spcAft>
            </a:pPr>
            <a:r>
              <a:rPr sz="1300" b="0">
                <a:solidFill>
                  <a:srgbClr val="5B6372"/>
                </a:solidFill>
                <a:latin typeface="Arial"/>
              </a:rPr>
              <a:t>Rewrite, polish and adapt creative copy for different audiences and channels, iterating with follow-up prompts.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Visual concepts &amp; images</a:t>
            </a:r>
          </a:p>
          <a:p>
            <a:pPr algn="l">
              <a:spcAft>
                <a:spcPts val="300"/>
              </a:spcAft>
            </a:pPr>
            <a:r>
              <a:rPr sz="1300" b="0">
                <a:solidFill>
                  <a:srgbClr val="5B6372"/>
                </a:solidFill>
                <a:latin typeface="Arial"/>
              </a:rPr>
              <a:t>Generate visual concepts and on-brand images with AI image tools using effective image prompts.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Social &amp; launch content</a:t>
            </a:r>
          </a:p>
          <a:p>
            <a:pPr algn="l">
              <a:spcAft>
                <a:spcPts val="300"/>
              </a:spcAft>
            </a:pPr>
            <a:r>
              <a:rPr sz="1300" b="0">
                <a:solidFill>
                  <a:srgbClr val="5B6372"/>
                </a:solidFill>
                <a:latin typeface="Arial"/>
              </a:rPr>
              <a:t>Create a social media content kit and presentation/launch visuals with AI.</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Ideation &amp; mind maps</a:t>
            </a:r>
          </a:p>
          <a:p>
            <a:pPr algn="l">
              <a:spcAft>
                <a:spcPts val="300"/>
              </a:spcAft>
            </a:pPr>
            <a:r>
              <a:rPr sz="1300" b="0">
                <a:solidFill>
                  <a:srgbClr val="5B6372"/>
                </a:solidFill>
                <a:latin typeface="Arial"/>
              </a:rPr>
              <a:t>Brainstorm ideas and build a mind map with AI, then challenge conventional thinking and overcome creative blocks.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Workflow &amp; pitch</a:t>
            </a:r>
          </a:p>
          <a:p>
            <a:pPr algn="l">
              <a:spcAft>
                <a:spcPts val="300"/>
              </a:spcAft>
            </a:pPr>
            <a:r>
              <a:rPr sz="1300" b="0">
                <a:solidFill>
                  <a:srgbClr val="5B6372"/>
                </a:solidFill>
                <a:latin typeface="Arial"/>
              </a:rPr>
              <a:t>Combine multiple AI tools into a repeatable creative workflow and present and pitch creative ideas with AI support.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What Generative AI for Creativity Really 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 partner for the whole creative process — you describe a creative task in words and AI returns usable first drafts (ideas, copy, images, a moodboard, a pitch) in seconds, which you then curate, refine and make your own.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Two toolsets, one campaign — chat assistants (ChatGPT, Claude, Gemini, Copilot) generate the ideas and words; AI image tools generate the visuals. You learn to move creative work smoothly between them.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Generate, review, own — the workflow is always the same: give a structured prompt, review the options with taste and judgement, and take ownership of the result. The AI generates; you direct, curate and decide.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Originality is the craft — the point is not making creative work faster; it is using AI to escape the blank page and explore more widely, then bringing your own taste, intent and originality so the result is genuinely yours.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AI-Assisted Creative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Set the brief</a:t>
            </a:r>
          </a:p>
          <a:p>
            <a:pPr algn="l">
              <a:spcAft>
                <a:spcPts val="300"/>
              </a:spcAft>
            </a:pPr>
            <a:r>
              <a:rPr sz="1200" b="0">
                <a:solidFill>
                  <a:srgbClr val="5B6372"/>
                </a:solidFill>
                <a:latin typeface="Arial"/>
              </a:rPr>
              <a:t>Get clear on the brand, the audience and the goal, and define the tone, style and voice — so every AI output is judged against a real creative brief, not generated in a vacuum.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Ideate</a:t>
            </a:r>
          </a:p>
          <a:p>
            <a:pPr algn="l">
              <a:spcAft>
                <a:spcPts val="300"/>
              </a:spcAft>
            </a:pPr>
            <a:r>
              <a:rPr sz="1200" b="0">
                <a:solidFill>
                  <a:srgbClr val="5B6372"/>
                </a:solidFill>
                <a:latin typeface="Arial"/>
              </a:rPr>
              <a:t>Use AI to brainstorm widely and map the territory, challenge the obvious and break creative blocks, then converge on the strongest directions.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Create</a:t>
            </a:r>
          </a:p>
          <a:p>
            <a:pPr algn="l">
              <a:spcAft>
                <a:spcPts val="300"/>
              </a:spcAft>
            </a:pPr>
            <a:r>
              <a:rPr sz="1200" b="0">
                <a:solidFill>
                  <a:srgbClr val="5B6372"/>
                </a:solidFill>
                <a:latin typeface="Arial"/>
              </a:rPr>
              <a:t>Draft the story and copy, generate visual concepts and images, and build the social and launch content — all on one voice and one look.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Refine</a:t>
            </a:r>
          </a:p>
          <a:p>
            <a:pPr algn="l">
              <a:spcAft>
                <a:spcPts val="300"/>
              </a:spcAft>
            </a:pPr>
            <a:r>
              <a:rPr sz="1200" b="0">
                <a:solidFill>
                  <a:srgbClr val="5B6372"/>
                </a:solidFill>
                <a:latin typeface="Arial"/>
              </a:rPr>
              <a:t>Review every draft and image with a critical eye; cut clichés, fix off-brand or dishonest visuals, adapt for each audience, and make the work original and true.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Present</a:t>
            </a:r>
          </a:p>
          <a:p>
            <a:pPr algn="l">
              <a:spcAft>
                <a:spcPts val="300"/>
              </a:spcAft>
            </a:pPr>
            <a:r>
              <a:rPr sz="1200" b="0">
                <a:solidFill>
                  <a:srgbClr val="5B6372"/>
                </a:solidFill>
                <a:latin typeface="Arial"/>
              </a:rPr>
              <a:t>Combine the pieces into a repeatable workflow, then build and rehearse the pitch and present the campaign with confidence — the creative direction is yours.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CREATIVE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Generative AI gives you a fast first draft of every part of a creative project — the craft is prompting well, exploring boldly, curating with taste, protecting originality, and directing the work yourself.</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This course is hands-on: you take one creative campaign — the Island Botanica launch for Lumina Botanicals, a fictional Singapore artisanal home-fragrance brand releasing a limited-edition botanical collection — from a blank page to a finished, pitch-ready creative pack, using ChatGPT, Claude, Gemini, Microsoft Copilot and an AI image tool.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An AI creative toolkit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ChatGPT, Claude, Gemini, Copilot and an image tool set up</a:t>
            </a:r>
          </a:p>
          <a:p>
            <a:pPr>
              <a:spcAft>
                <a:spcPts val="900"/>
              </a:spcAft>
            </a:pPr>
            <a:r>
              <a:rPr sz="1400" b="0">
                <a:solidFill>
                  <a:srgbClr val="161B26"/>
                </a:solidFill>
                <a:latin typeface="Arial"/>
              </a:rPr>
              <a:t>•  A reusable creative prompt library</a:t>
            </a:r>
          </a:p>
          <a:p>
            <a:pPr>
              <a:spcAft>
                <a:spcPts val="900"/>
              </a:spcAft>
            </a:pPr>
            <a:r>
              <a:rPr sz="1400" b="0">
                <a:solidFill>
                  <a:srgbClr val="161B26"/>
                </a:solidFill>
                <a:latin typeface="Arial"/>
              </a:rPr>
              <a:t>•  A locked brand tone, style and voice guide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Written creative content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brand story and hero taglines</a:t>
            </a:r>
          </a:p>
          <a:p>
            <a:pPr>
              <a:spcAft>
                <a:spcPts val="900"/>
              </a:spcAft>
            </a:pPr>
            <a:r>
              <a:rPr sz="1400" b="0">
                <a:solidFill>
                  <a:srgbClr val="161B26"/>
                </a:solidFill>
                <a:latin typeface="Arial"/>
              </a:rPr>
              <a:t>•  Product copy for the collection</a:t>
            </a:r>
          </a:p>
          <a:p>
            <a:pPr>
              <a:spcAft>
                <a:spcPts val="900"/>
              </a:spcAft>
            </a:pPr>
            <a:r>
              <a:rPr sz="1400" b="0">
                <a:solidFill>
                  <a:srgbClr val="161B26"/>
                </a:solidFill>
                <a:latin typeface="Arial"/>
              </a:rPr>
              <a:t>•  Copy adapted for every audience and channel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Visual creative content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moodboard and visual direction</a:t>
            </a:r>
          </a:p>
          <a:p>
            <a:pPr>
              <a:spcAft>
                <a:spcPts val="900"/>
              </a:spcAft>
            </a:pPr>
            <a:r>
              <a:rPr sz="1400" b="0">
                <a:solidFill>
                  <a:srgbClr val="161B26"/>
                </a:solidFill>
                <a:latin typeface="Arial"/>
              </a:rPr>
              <a:t>•  On-brand hero and lifestyle images</a:t>
            </a:r>
          </a:p>
          <a:p>
            <a:pPr>
              <a:spcAft>
                <a:spcPts val="900"/>
              </a:spcAft>
            </a:pPr>
            <a:r>
              <a:rPr sz="1400" b="0">
                <a:solidFill>
                  <a:srgbClr val="161B26"/>
                </a:solidFill>
                <a:latin typeface="Arial"/>
              </a:rPr>
              <a:t>•  A social content kit and launch visuals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trainer demonstrates the AI technique on the shared Island Botanica campaign example.</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run it yourself in ChatGPT, Claude, Gemini, Copilot or your AI image tool using the supplied Lumina Botanicals brief.</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verify the result against the lab's explicit 'Test it' check.</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review and refine — curate the options, cut the clichés, fix anything off-brand, and make it original — until it meets the standard.</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keep the reviewed output — each becomes the next part of your Island Botanica campaign pack.</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Generative AI for Creative Work</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Overview of generative AI tools (ChatGPT, Claude, Gemini, Copilot) · How generative AI supports the creative process · Prompt engineering essentials for creative output · Setting tone, style and voice · Copyright, originality and responsible use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35%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Creative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Generative AI as a creative partner — a generative AI assistant is a tireless collaborator across the whole creative process: it brainstorms, drafts, rewrites, illustrates and critiques, turning a blank page into a fast first draft you shape into something original and your own.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Where AI helps in the creative process — creativity moves through stages (gather inspiration, ideate, draft, refine, produce, present); AI can accelerate every stage, but the taste, intent, judgement and originality remain yours.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Popular GenAI tools — ChatGPT, Claude, Gemini and Microsoft Copilot are general chat assistants that generate and refine text and ideas; AI image tools (DALL·E in ChatGPT, Midjourney, Adobe Firefly, Gemini, Canva, Copilot Designer) generate visuals from a prompt. The prompting skills you learn transfer across all of them.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What AI is good (and not good) at — AI is strong at volume, variation, drafting and remixing; it is weak at knowing your brand, your audience and what is genuinely fresh, and it will confidently state things that are wrong, so you curate, verify and decide.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generate–review–refine loop — every creative AI task follows the same loop: you prompt, the AI generates options, you review them with a critical eye, and you refine with follow-up prompts and your own edits until it is right. This loop drives every lab.</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Prompting is the core creative skill — a strong creative prompt gives the AI a role, the context (brand, audience, goal), the exact task, the format you want back and clear constraints (tone, length, what to avoid); a vague ask gives generic output, a structured ask gives usable, on-brand output.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35%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Creative Work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reusable creative prompt library — the same creative tasks recur on every project (ideation, copywriting, image prompts, adaptation, social captions), so you save your best prompts as reusable templates with clearly marked slots you fill in for any brief.</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Tone, style and voice — a brand or piece of work sounds like itself only when its voice is defined; you use AI to articulate the tone (the mood), the style (the craft of the writing) and the voice (the consistent personality), then hold every AI output to that guide.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Copyright and originality — AI is trained on existing work and can echo it, so you never pass off AI output as wholly original without review; you avoid imitating a living artist's or a real brand's protected style, add your own creative direction, and treat AI output as raw material you transform.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Responsible and transparent use — you keep confidential or unpublished material out of public AI tools, check facts and claims, respect the rights around AI-generated images, and are transparent about AI assistance where it matters, so the creative work is both original and trustworthy.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Generative AI for Creative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 Up Your AI Creative Toolkit</a:t>
            </a:r>
          </a:p>
          <a:p>
            <a:pPr>
              <a:spcAft>
                <a:spcPts val="900"/>
              </a:spcAft>
            </a:pPr>
            <a:r>
              <a:rPr sz="1400" b="0">
                <a:solidFill>
                  <a:srgbClr val="161B26"/>
                </a:solidFill>
                <a:latin typeface="Arial"/>
              </a:rPr>
              <a:t>•  Master Creative Prompting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Define Your Brand's Tone, Style and Voice</a:t>
            </a:r>
          </a:p>
          <a:p>
            <a:pPr>
              <a:spcAft>
                <a:spcPts val="900"/>
              </a:spcAft>
            </a:pPr>
            <a:r>
              <a:rPr sz="1400" b="0">
                <a:solidFill>
                  <a:srgbClr val="161B26"/>
                </a:solidFill>
                <a:latin typeface="Arial"/>
              </a:rPr>
              <a:t>•  Create Responsibly: Originality, Copyright and Ethics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Creative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This lab gets you comfortable with the tools before any real creative work begins. You open the chat assistants (ChatGPT, Claude, Gemini and Microsoft Copilot), confirm you are signed in, and run a simple creative prompt so you see how each generates ideas, then run the same prompt in a second assistant to feel how they differ.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Your AI creative toolkit set up and tested — at least one chat assistant and one AI image tool signed in and responding — a first throwaway AI-generated idea list and image, and a clear, written map of where AI helps across the creative process and the generate–review–refine loop.</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Claude, Gemini, Microsoft Copilot, an AI image tool, account sign-in, first creative prompts, comparing assistants, the generate–review–refine loop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Creative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a project folder on your machine called 'Island-Botanica-Campaign' so every file and note you make today stays together. Open ChatGPT (chat.openai.com), Claude (claude.ai), Gemini (gemini.google.com) and Microsoft Copilot (copilot.microsoft.com) in browser tabs and confirm you are signed in to at least 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Creative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one chat assistant, run a simple first creative prompt to see how it generates ideas. Paste the prompt below and read the reply.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You are a brand creative director. Give me eight short, evocative name ideas for a limited-edition candle scent inspired by Singapore's frangipani flowers at dawn. Keep each to two or three words.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Creative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the exact same prompt in a second assistant and compare the two replies. Notice differences in tone, imagination and range — the skill you learn transfers across all of them, so use whichever you prefer for a given task.</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You are a brand creative director. Give me eight short, evocative name ideas for a limited-edition candle scent inspired by Singapore's frangipani flowers at dawn. Keep each to two or three words.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Creative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your AI image tool (DALL·E in ChatGPT, Gemini, Microsoft Copilot / Designer, Adobe Firefly or Canva), sign in, and generate a quick throwaway image from a one-line prompt so you can see what image generation produces.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A luxury artisanal candle on a marble surface with fresh frangipani flowers, soft morning light, calm and elegant, product photography.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Creative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Look at what the image tool produced — a generated visual from a text description, in seconds. Note that it is a fast starting point, not a finished asset, and that AI images can invent odd details. You will not keep this one; it is only to feel the tool.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Creative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Map where AI helps across the creative process. In one line each, note how AI could help at inspiration, ideation, drafting, refining, producing and presenting — and where it needs you (it does not know the Lumina Botanicals brand, your audience, or what is genuinely original). This good/not-good picture guides how you use AI all day.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Creative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supplied Lumina Botanicals brief (labs/reference-pack/): the brand story, the Island Botanica collection and its four scents, the audiences, and the brand voice notes. Skim it so you know the campaign you are about to build.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Creative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notes into your Island-Botanica-Campaign folder. Write one line, in your own words, describing the generate -&gt; review -&gt; refine loop — you rely on it in every later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Your AI Creative Toolkit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signed in to at least one chat assistant and to an AI image tool, run the same prompt in two assistants and compared them, generated a throwaway image, written a one-line map of where AI helps across the creative process and what it is not good at, skimmed the Lumina Botanicals brief, and described the generate–review–refine loop in your own words — all saved in your Island-Botanica-Campaign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Master Creative Prompting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A good creative result starts with a good prompt, not a lucky one. In this lab you read the Lumina Botanicals brief and write a deliberately vague prompt first, so you see how generic the result is. You then rebuild it with five clear parts — a role for the AI, the context (brand, audience, goal), the exact task, the format you want back, and clear constraints (tone, length, what to avoid) — and w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500" b="1">
                <a:solidFill>
                  <a:srgbClr val="161B26"/>
                </a:solidFill>
                <a:latin typeface="Arial"/>
              </a:rPr>
              <a:t>A structured creative prompt built from role, context, task, format and constraints, plus a reusable creative prompt library with clearly marked slots for the recurring creative tasks,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the structured prompt framework (role, context, task, format, constraints), prompt iteration, a reusable creative prompt library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Master Creative Prompting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Lumina Botanicals brief and note two things you will reuse in every prompt: who the audience is (premium gift-shoppers and wellness-seekers) and the goal (launch the Island Botanica collection).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Master Creative Prompting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a deliberately vague first prompt in any assistant and generate, so you can see the generic result. Paste the prompt below and read how unfocused and clichéd the reply is.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Write some marketing copy for a candle.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Master Creative Prompting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Rebuild the prompt with a role and the context, and regenerate. Paste the prompt below and compare it with the vague version.</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You are a senior copywriter for premium lifestyle brands. Context: Lumina Botanicals is a Singapore artisanal home-fragrance brand launching Island Botanica, a limited-edition collection of four botanical scents for the year-end gifting season, aimed at premium gift-shoppers and wellness-seekers. Draft a short hero description for the collection.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Master Creative Prompting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Now add the exact task, the format you want back, and clear constraints, and regenerate.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As the same copywriter, write three options for a 40-word hero description of the Island Botanica collection. Make it warm, sensory and elegant; avoid clichés like 'elevate your space' and 'the perfect gift'; do not invent awards or claims. Present them as a numbered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Master Creative Prompting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Put the vague result and the structured result side by side. Note in one line how much more usable and on-brand the structured prompt was — this is the core lesson of the day.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Master Creative Prompting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two or three single-change edits to feel how each part steers the result — for example change the audience to 'young first-time candle buyers', or change the tone to 'playful and modern' — and note which you would keep for Island Botanica.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Master Creative Prompting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a reusable creative prompt library in your project folder: templates for ideation, copywriting, image prompts, audience adaptation and social captions, each with clearly marked slots — [ROLE], [CONTEXT], [AUDIENCE], [TASK], [FORMAT], [CONSTRAINTS] — that you fill in for any future creative project.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Master Creative Prompting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compared a vague prompt with a structured one built from role, context, task, format and constraints, seen how much better and more on-brand the structured prompt performs, run single-change edits to feel each part, and saved a reusable creative prompt library with marked slots for the recurring creative tasks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Define Your Brand's Tone, Style and Voice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A campaign only sounds like itself when its voice is defined. In this lab you use a chat assistant to articulate the Lumina Botanicals voice from the brief: the tone (the mood — for example warm, sensory, calm and quietly luxurious), the style (the craft — sentence length, rhythm, vocabulary), and the voice (the consistent personality).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 brand tone, style and voice guide for Island Botanica — three to five voice attributes, sample on-voice vs off-voice lines, and a short 'words we use / words we avoid' list — tested by rewriting a flat line in the voice,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defining tone, style and voice, voice attributes, on-voice vs off-voice examples, a brand-voice guide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Define Your Brand's Tone, Style and Voice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Lumina Botanicals brief and read the brand story and voice notes — the brand is artisanal, botanical, rooted in Southeast Asia, wellness-minded and quietly premium. These are the raw material for the voice.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Define Your Brand's Tone, Style and Voice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to articulate the voice from the brief.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You are a brand voice strategist. Based on this brand — Lumina Botanicals, a Singapore artisanal home-fragrance brand: small-batch, botanical, rooted in Southeast Asian flora, wellness-minded and quietly premium — define its brand voice. Give me: (1) three to five voice attributes, each with a one-line description; (2) the tone and the writing style; (3) the kind of personality it should feel like. Keep it concise.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Define Your Brand's Tone, Style and Voice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Make the guide usable with concrete examples.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For that Lumina Botanicals voice, write three short example lines that are ON voice and, next to each, a version that is OFF voice (too generic, too salesy or too casual), and one line explaining the difference. Then give me a short 'words and phrases we use' and 'words and phrases we avoid'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Define Your Brand's Tone, Style and Voice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Test the guide on a real line. Paste the prompt below and judge whether the rewrite truly sounds like the brand.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Here is a flat product line: 'Our new candles smell great and make a good gift.' Rewrite it in three ways that fully match the Lumina Botanicals voice you defined, keeping each under 25 words.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Define Your Brand's Tone, Style and Voice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Judge and refine: if a rewrite still sounds generic or off, tell the AI exactly what is wrong ('too salesy', 'not sensory enough', 'drop the exclamation') and regenerate until it lands. Tighten your voice attributes based on what you learn.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Define Your Brand's Tone, Style and Voice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Sanity-check the guide against the audiences: confirm the same voice can flex for premium gift-shoppers and for wellness-seekers without becoming a different brand. Note any adjustment.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Define Your Brand's Tone, Style and Voice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final tone, style and voice guide — attributes, on-voice/off-voice examples, and the words-we-use/avoid list — in your project folder. Every later lab holds its copy to this guide.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Define Your Brand's Tone, Style and Voice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brand tone, style and voice guide with three to five voice attributes, side-by-side on-voice and off-voice example lines, and a words-we-use/words-we-avoid list — tested by rewriting a flat line so it genuinely sounds like Lumina Botanicals —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Responsibly: Originality, Copyright and Ethics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Before you produce the campaign, you agree how you will produce it responsibly. In this lab you use AI to build a practical responsible-use checklist for a creative project, then apply it to Island Botanica. You probe where AI creative work goes wrong — echoing an existing brand or a living artist's protected style, presenting AI output as wholly original, using invented 'facts' or fake awards in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 responsible-use checklist for the campaign — covering originality, copyright and imitation, AI-image rights, honesty of claims, confidential material and disclosure — applied to Island Botanica, plus a short note on how you will transform AI drafts into genuinely original work.</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responsible AI use, originality and copyright, AI-image rights, transparency and disclosure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Responsibly: Originality, Copyright and Ethics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to draft a responsible-use checklist for an AI-assisted creative campaign. Paste the prompt below.</a:t>
            </a:r>
          </a:p>
        </p:txBody>
      </p:sp>
      <p:sp>
        <p:nvSpPr>
          <p:cNvPr id="11" name="Rectangle 10"/>
          <p:cNvSpPr/>
          <p:nvPr/>
        </p:nvSpPr>
        <p:spPr>
          <a:xfrm>
            <a:off x="2331720" y="3794760"/>
            <a:ext cx="9235440" cy="1463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1225296"/>
          </a:xfrm>
          <a:prstGeom prst="rect">
            <a:avLst/>
          </a:prstGeom>
          <a:noFill/>
        </p:spPr>
        <p:txBody>
          <a:bodyPr wrap="square" anchor="ctr">
            <a:spAutoFit/>
          </a:bodyPr>
          <a:lstStyle/>
          <a:p>
            <a:pPr algn="l">
              <a:spcAft>
                <a:spcPts val="400"/>
              </a:spcAft>
            </a:pPr>
            <a:r>
              <a:rPr sz="1200" b="0">
                <a:solidFill>
                  <a:srgbClr val="9CDCFE"/>
                </a:solidFill>
                <a:latin typeface="Arial"/>
              </a:rPr>
              <a:t>$ You are a creative ethics advisor. I am using generative AI to create a product launch campaign (copy and images) for a small brand. Give me a practical, plain-language checklist for using AI responsibly — covering originality, copyright and imitating existing brands or living artists, the rights around AI-generated images, honesty of claims, keeping confidential material out of public tools, and being transparent about AI assistance. Keep each point to one line.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Responsibly: Originality, Copyright and Ethics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Stress-test the risks with a critical question. Paste the prompt below and read the answer carefully.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For an AI-generated candle brand campaign, what are the most common ways it could accidentally copy an existing brand's identity or a living artist's style, or make a claim it can't back up — and how do I avoid each?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Responsibly: Originality, Copyright and Ethics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Decide Lumina Botanicals' position on the key questions: Will you imitate any real brand's look or voice? (No.) How will you handle AI-generated images — check the tool's usage rights and avoid real logos and artist names? Will you disclose AI assistance, and where? Write a one-line answer for each.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Responsibly: Originality, Copyright and Ethics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Practise the originality habit. Paste the prompt below, then note in your own words how you would change the line to make it specifically Lumina Botanicals' own.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Give me one deliberately generic candle tagline that could belong to any brand. Then explain what would make it un-original, and what a brand would need to add to make it genuinely its own.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Responsibly: Originality, Copyright and Ethics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Note the confidential-material rule: you will use only the supplied fictional Lumina Botanicals brief (or your own non-confidential material), never real client secrets, unpublished financials or personal data, in a public AI tool.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Responsibly: Originality, Copyright and Ethics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your image-tool's rules: open the AI image tool you plan to use and find its statement on ownership and commercial use of generated images. Note in one line what it allows, so Lab 7's images are safe to use.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Responsibly: Originality, Copyright and Ethics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responsible-use checklist, Lumina Botanicals' decisions, and your originality note in your project folder. These ground rules apply to every deliverable you create for the rest of the day.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Responsibly: Originality, Copyright and Ethics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responsible-use checklist applied to Island Botanica — covering originality, copyright and imitation, AI-image rights, honesty of claims, confidential material and disclosure — a decided position on each key question, a note on how you will transform AI drafts into original work, and a one-line record of your image tool's usage rules, all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Getting Started with Generative AI for Creative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Sign in to ChatGPT, Claude, Gemini, Microsoft Copilot and an AI image tool, run your first creative prompts, and learn the generate–review–refine loop and where AI helps across the creative process — the foundation every later lab uses.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Turn a vague creative ask into a strong, structured prompt (role, context, task, format, constraints) for creative tasks, and save a reusable creative prompt library for the work you repeat on every project.</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define and lock a clear brand tone, style and voice for Island Botanica — the guide every later lab's copy and content is held to — so the whole campaign sounds like one brand.</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Set the responsible-use ground rules for the whole campaign — protect originality, avoid copying real brands or living artists, understand AI-image rights, and be transparent about AI assistance — before you generate any deliverable.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Creating Written and Visual Content with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Drafting stories, scripts and marketing copy · Rewriting, polishing and adapting for different audiences · Generating images and visual concepts with AI image tools · Creating social media and presentation visuals · Iterating on drafts with follow-up prompts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40%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Creating Written and Visual Content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Drafting written content with AI — on a defined brand voice, AI drafts stories, scripts, taglines and marketing copy fast; you give it the brief and voice, generate several options, and choose and sharpen the strongest rather than accepting the first.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Copy is a draft, not a deliverable — every AI draft is a starting point: you cut the clichés and filler, add the specific, true details only you know, and make the words genuinely yours before they go out.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Rewriting and polishing — AI is excellent at rewriting: tightening, changing the reading level, fixing rhythm, or offering ten variations of a headline; you use it to iterate quickly and pick the best, not to settle for 'good enough'.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Adapting for different audiences and channels — one core message becomes many pieces: a website paragraph, an email, an Instagram caption, a 15-second script, a gift-shopper line versus a wellness-seeker line. AI adapts tone, length and framing for each while keeping the message consistent.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Iterating with follow-up prompts — the real power is the conversation: you refine with follow-ups ('make it warmer', 'half the length', 'more sensory', 'give me three bolder options'), steering the draft step by step instead of re-writing the prompt from scratch.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Generating images and visual concepts — AI image tools turn a text prompt into visuals; a strong image prompt names the subject, the style, the composition, the lighting, the colour palette, the mood and the aspect ratio, and you iterate to get an on-brand result.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40%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Creating Written and Visual Content with AI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Moodboards and visual direction — before hero images, you use AI to generate a moodboard — a set of reference visuals that set the look and feel — so the whole campaign shares one consistent visual language.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Honest, on-brand visuals — AI images can invent garbled text, fake logos and impossible details, and can drift off-brand; you review every image, avoid imitating a real brand's or artist's protected look, and keep a consistent style across the set.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Social media and presentation visuals — AI helps produce a social content kit (post concepts and captions per platform) and launch or presentation visuals that combine your copy and images, ready to schedule or present.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Content that works together — written and visual content are strongest when they are made as a set: the copy, the images and the social posts share one voice, one look and one message, which is exactly what your campaign pack becomes.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Creating Written and Visual Content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Draft Your Brand Story and Marketing Copy</a:t>
            </a:r>
          </a:p>
          <a:p>
            <a:pPr>
              <a:spcAft>
                <a:spcPts val="900"/>
              </a:spcAft>
            </a:pPr>
            <a:r>
              <a:rPr sz="1400" b="0">
                <a:solidFill>
                  <a:srgbClr val="161B26"/>
                </a:solidFill>
                <a:latin typeface="Arial"/>
              </a:rPr>
              <a:t>•  Rewrite, Polish and Adapt for Different Audiences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7–8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Visual Concepts and Images with AI Image Tools</a:t>
            </a:r>
          </a:p>
          <a:p>
            <a:pPr>
              <a:spcAft>
                <a:spcPts val="900"/>
              </a:spcAft>
            </a:pPr>
            <a:r>
              <a:rPr sz="1400" b="0">
                <a:solidFill>
                  <a:srgbClr val="161B26"/>
                </a:solidFill>
                <a:latin typeface="Arial"/>
              </a:rPr>
              <a:t>•  Create a Social Media and Launch Content Kit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Draft Your Brand Story and Marketing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Now the campaign gets its words. In this lab you feed the AI the brand voice guide from Lab 3 and the brief, and draft the core written content: a short brand story for the Island Botanica collection, a set of hero tagline options, and a product description for each of the four scents (Frangipani Dawn, Pandan &amp; Vetiver, Kaffir Lime Grove and Ylang Midnight).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500" b="1">
                <a:solidFill>
                  <a:srgbClr val="161B26"/>
                </a:solidFill>
                <a:latin typeface="Arial"/>
              </a:rPr>
              <a:t>A short Island Botanica brand story, a shortlist of hero taglines, and a product description for each of the four scents — all on the Lumina Botanicals voice, curated from AI options and free of invented claims,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brand storytelling, tagline generation, product copywriting, curating and sharpening AI drafts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Draft Your Brand Story and Marketing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Gather your inputs: the brand voice guide from Lab 3 and the Lumina Botanicals brief (collection story and the four scents). Paste the voice guide into your assistant so every draft is on voice.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Draft Your Brand Story and Marketing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Draft the brand story for the collection. Paste the prompt below, then pick and refine the strongest version.</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Using the Lumina Botanicals voice guide above and this brief — Island Botanica is a limited-edition collection of four candle scents inspired by Southeast Asian flora, for the year-end gifting and Lunar New Year season — write two options for a 90-word brand story for the collection. Warm, sensory and quietly premium; on voice; no invented awards or claims.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Draft Your Brand Story and Marketing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hero taglines.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Write ten short tagline options (six words or fewer) for the Island Botanica collection, on the Lumina Botanicals voice. Range from evocative and poetic to clear and benefit-led, so I can choose. Avoid clichés like 'light up your world'.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Draft Your Brand Story and Marketing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product copy for each scent. Paste the prompt below, filling in the scent as you go.</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For the scent '[SCENT NAME]' (one of the four Island Botanica scents), write a 35-word product description on the Lumina Botanicals voice: evoke the scent and mood, name the key botanical, and end with a subtle reason to gift or keep it. No invented ingredients or claims. Give me two options.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Draft Your Brand Story and Marketing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Curate and sharpen: choose one tagline and one description per scent, then cut every cliché, add one specific sensory detail to each, and read them aloud to check they sound like one brand.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Draft Your Brand Story and Marketing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Fact-check the copy against the brief: remove anything the AI invented (awards, ingredients, origin claims) that is not in the Lumina Botanicals brief, and keep only what is true to the fictional brand.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Draft Your Brand Story and Marketing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brand story, chosen taglines and the four product descriptions in your project folder. This is the written spine you adapt in Lab 6, illustrate in Lab 7 and turn into social content in Lab 8.</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Draft Your Brand Story and Marketing Copy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curated Island Botanica brand story, a chosen hero tagline (from ten options), and a sharpened product description for each of the four scents — all on the Lumina Botanicals voice, with clichés cut, one sensory detail added to each, and every invented claim removed —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Rewrite, Polish and Adapt for Different Audiences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One message, many pieces. In this lab you take the copy from Lab 5 and use AI to adapt it — not rewrite it from scratch — for different audiences and channels while keeping the message and voice consistent. You generate a gift-shopper version and a wellness-seeker version of the hero copy, then adapt the collection line into a website intro, a launch email subject and opening, an Instagram caption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The Island Botanica hero message adapted into audience versions (gift-shopper and wellness-seeker) and channel versions (website intro, email subject + opening, Instagram caption, 15-second script) — refined through follow-up prompts and polished, all on one voice,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rewriting and polishing, audience and channel adaptation, iterating with follow-up prompts, tone and length control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Rewrite, Polish and Adapt for Different Audiences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Bring your chosen hero copy and voice guide from Labs 3 and 5 into the assistant. Adaptation should keep that message and voice, only changing framing, tone and length.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Rewrite, Polish and Adapt for Different Audiences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Adapt for two audiences.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Here is my hero copy for Island Botanica: '[PASTE HERO COPY]'. Rewrite it two ways on the same voice: (1) for a premium gift-shopper who wants a thoughtful present, and (2) for a wellness-seeker buying for their own calm and self-care. Keep each under 50 words and keep the core message the same.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Rewrite, Polish and Adapt for Different Audiences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Adapt for channels.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From that same message, give me: a 30-word website intro; a launch email subject line plus a 40-word opening; a 25-word Instagram caption with three tasteful hashtags; and a 15-second video/radio script. Keep everything on the Lumina Botanicals voice and consistent with each other.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Rewrite, Polish and Adapt for Different Audiences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Now iterate with follow-up prompts — this is the key skill. Do not re-write the prompt; steer with short instructions. Try the follow-ups below one at a time on a draft you want to improve.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Make the Instagram caption warmer and more sensory. Now half its length. Now give me three bolder alternatives. Keep the best one.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Rewrite, Polish and Adapt for Different Audiences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Polish the winners: pick the strongest version of each piece, fix any repeated phrasing across them, and check every piece still carries the one core message and sounds like the same brand.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Rewrite, Polish and Adapt for Different Audiences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Quick consistency pass.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Here are my final pieces for Island Botanica: [PASTE ALL PIECES]. Check they are consistent in voice, message and key wording, and flag anything that sounds off-brand or contradicts another piece. List only what to change.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Rewrite, Polish and Adapt for Different Audiences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all adapted and polished pieces, grouped by audience and channel, in your project folder — ready to pair with visuals in Labs 7 and 8.</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Rewrite, Polish and Adapt for Different Audiences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the Island Botanica message adapted into two audience versions and four channel versions (website, email, Instagram, 15-second script), refined through follow-up prompts and polished, with a consistency pass done so every piece shares one voice and one core message —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Visual Concepts and Images with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Now the campaign gets its look. In this lab you use an AI image tool to establish the visual direction and produce key visuals for Island Botanica. You first generate a moodboard — a set of reference visuals that fix the colour palette, style and mood — from the brand and collection.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 visual concept moodboard and a small set of on-brand Island Botanica images (a hero product image and a lifestyle image) generated with an AI image tool, produced from well-structured image prompts, reviewed for honesty and consistency,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AI image tool (DALL·E / Gemini / Copilot / Firefly / Canva), image prompting (subject, style, composition, lighting, palette, mood, aspect ratio), moodboards, iterating and reviewing images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Visual Concepts and Images with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the visual direction with a moodboard prompt. Paste the prompt below into your AI image tool (or ask a chat assistant to describe the moodboard first, then generate).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A moodboard for a premium artisanal candle collection inspired by Southeast Asian botanicals: soft natural light, warm earthy and botanical tones, marble and linen textures, frangipani and tropical foliage, calm and quietly luxurious, editorial product photography style. Square, 1:1.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Visual Concepts and Images with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Learn the anatomy of a strong image prompt: subject + style + composition + lighting + colour palette + mood + aspect ratio. Note how the moodboard prompt above names each of these.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Visual Concepts and Images with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a hero product image. Paste the prompt below, then iterate.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A single artisanal candle in an amber glass vessel on a marble ledge, fresh frangipani blooms beside it, soft golden morning light, warm botanical colour palette, shallow depth of field, calm and premium, editorial product photography, 1:1.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Visual Concepts and Images with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Iterate one element at a time — change only the lighting, or only the palette, or only the composition, and regenerate — so you learn what each word does and steer the image on-brand. Keep the version closest to your moodboard.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Visual Concepts and Images with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a lifestyle image in the same style.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A serene Singapore home corner at dusk with the same amber candle lit, tropical plants softly blurred behind, warm ambient glow, wellness and calm mood, same editorial style and warm botanical palette as before, 4:5.</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Visual Concepts and Images with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every image against Lab 4's rules: check for garbled text, fake logos or brand names, extra fingers or impossible details, and off-brand style; regenerate anything that fails, and add 'no text, no logos' to the prompt if needed. Keep the style consistent across the set.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Visual Concepts and Images with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moodboard and your chosen hero and lifestyle images (and the exact prompts that made them) in your project folder — the visual direction and key visuals for the social and launch content in Lab 8.</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Visual Concepts and Images with AI Image Tools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visual concept moodboard and at least two on-brand Island Botanica images (a hero product image and a lifestyle image) generated from structured image prompts, iterated one element at a time, reviewed for garbled text, fake logos and off-brand details, and kept consistent in style — all saved with their prompts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 Social Media and Launch Content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800" b="0">
                <a:solidFill>
                  <a:srgbClr val="161B26"/>
                </a:solidFill>
                <a:latin typeface="Arial"/>
              </a:rPr>
              <a:t>Now you assemble the words and pictures into things you could actually post. In this lab you use AI to turn the adapted copy from Lab 6 and the images from Lab 7 into a social media content kit and a set of launch visuals.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 social media content kit for the Island Botanica launch — a short content calendar plus platform-ready captions paired with the right images and aspect ratios — and at least one combined launch/announcement visual and a presentation slide, all on one voice and look,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an AI design tool (Canva / Copilot Designer / image tool), social content planning, platform captions, combining copy and image into launch visuals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 Social Media and Launch Content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Plan the launch content.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Plan a short Island Botanica launch social calendar of six posts on the Lumina Botanicals voice: a teaser, the collection reveal, one post for each of the four scents (Frangipani Dawn, Pandan &amp; Vetiver, Kaffir Lime Grove, Ylang Midnight) folded across the remaining posts, and a gifting-season angle. For each post give the goal, the platform, and the visual to use.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 Social Media and Launch Content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platform-ready captions.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For those posts, write the captions: an Instagram feed caption (under 30 words + three tasteful hashtags), an Instagram Story line (under 12 words), and one caption for another platform of your choice (e.g. Facebook or a marketplace listing). Keep every caption on voice and consistent with the others.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 Social Media and Launch Content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Pair each caption with the right image and shape: match your Lab 7 hero image (1:1) to feed posts and the lifestyle image (4:5 or 9:16) to stories, and note where you would generate one more image if a post needs its own visual.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 Social Media and Launch Content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Combine copy and image into a launch visual. In an AI-enabled design tool (Canva, Copilot Designer or your image tool), place your chosen image, add the tagline and a short line of copy on-brand, and export a launch/announcement graphic. Keep text minimal and legible.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 Social Media and Launch Content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Make one presentation slide for the pitch: a single clean slide that shows the collection — hero image, the collection name and the tagline — in the campaign's look. You reuse this in the Lab 11 pitch.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 Social Media and Launch Content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whole kit as a set: read the captions in order and view the visuals together, and fix anything off-voice or off-look so the kit clearly reads as one campaign.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 Social Media and Launch Content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content calendar, the captions, the paired images, the launch visual and the presentation slide in your project folder — the campaign now has its social and launch content.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 Social Media and Launch Content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six-post Island Botanica launch content calendar, platform-ready captions for each post paired with the right image and aspect ratio, at least one combined launch/announcement visual, and one presentation slide — all reviewed as a set so they share one voice and look —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Creating Written and Visual Content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on the locked brand voice, to draft the Island Botanica brand story, hero taglines and product copy for the four scents — the written heart of the campaign.</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Rewrite, polish and adapt the hero copy for different audiences and channels — iterating with follow-up prompts — so one core message reaches gift-shoppers and wellness-seekers across website, email, social and a short script.</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image tools to generate a moodboard and on-brand hero images for Island Botanica, writing effective image prompts and iterating — giving the campaign its visual direction and key visuals.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Combine your copy and images into a social media content kit and launch/presentation visuals for Island Botanica — platform-ready posts and visuals that share one voice, look and message.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Ideation and Creative Workflows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Brainstorming ideas and building mind maps · Using AI to challenge conventional thinking and explore alternatives · Overcoming creative blocks with AI prompting techniques · Combining multiple AI tools into a creative workflow · Presenting and pitching creative ideas with AI support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AI-Assisted Ideation and Creative Workflows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Brainstorming at scale — AI removes the fear of the blank page: it generates dozens of ideas on demand, in different directions, so you start from abundance and curate down, rather than straining to produce a single idea.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Divergent then convergent — good ideation first diverges (generate widely, defer judgement) and then converges (cluster, compare and shortlist); AI is a powerful partner for both — quantity first, then a structured cut to the best.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Building a mind map with AI — you use AI to organise a flood of ideas into a mind map — a central theme with branches and sub-branches — so patterns, clusters and gaps become visible and the strongest territory stands out.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Challenging conventional thinking — AI is a fast way to escape the obvious: you ask it for the opposite of the safe idea, unexpected analogies, 'what would a totally different brand do', or to combine two unrelated concepts, and you mine the surprises for something fresh.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Provocation and lateral techniques — prompting techniques such as SCAMPER, random-stimulus, role-play ('pitch this as a filmmaker / a poet / a rival brand') and 'reverse the brief' push the AI — and you — past the first, safe answer into more original territory.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Overcoming creative blocks — when you are stuck, AI is a way back in: it offers a starting sentence, three possible directions, a change of format, or a constraint to react against, so momentum returns and you have material to shape.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AI-Assisted Ideation and Creative Workflows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Combining multiple AI tools into a workflow — real creative work chains tools: a chat assistant to ideate and write, an image tool to visualise, a design or slide tool to assemble; you learn to move content between them so the pieces build one coherent result.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repeatable creative workflow — once you have a chain that works — brief → ideate → draft → visualise → assemble → refine — you document it as a reusable workflow you can run for any future creative project, not just this one.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Presenting and pitching with AI — a creative idea only lands if it is presented well; AI helps you structure the pitch, write the narrative, anticipate the client's questions and rehearse, so the concept is understood and bought.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You are the creative director — across every technique, AI generates and suggests, but you set the brief, judge the options, protect the originality and make the final call; the tools amplify your creativity, they do not replace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AI-Assisted Ideation and Creative Workflows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Brainstorm Big Campaign Ideas and Build a Mind Map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Break Creative Blocks and Challenge the Obvious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11</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Combine Your Tools into a Creative Workflow and Pitch the Campaign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Brainstorm Big Campaign Ideas and Build a Mind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With the copy and visuals made, you now lift your sights from individual posts to the campaign's big idea. In this lab you use AI to diverge — to generate a large, varied set of launch campaign concepts and activation ideas (themes, hooks, events, collaborations, content series, in-store moments) — starting from abundance rather than a single safe idea.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 wide brainstormed list of Island Botanica campaign concepts and activation ideas, organised into a mind map (central theme, branches, sub-branches), then clustered and narrowed to one shortlisted lead concept and a backup,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divergent brainstorming, mind mapping with AI, clustering and shortlisting, convergent selection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Brainstorm Big Campaign Ideas and Build a Mind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Diverge first — generate widely without judging.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You are a campaign ideas generator. For the Island Botanica candle collection launch (year-end gifting and Lunar New Year, premium gift-shoppers and wellness-seekers), brainstorm 25 varied campaign concepts and activation ideas — themes, hooks, content series, events, collaborations, in-store or online moments. Be bold and varied; do not filter yet. One line each.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Brainstorm Big Campaign Ideas and Build a Mind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Push for range so you are not stuck near the obvious.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Give me ten more ideas that are deliberately different from the first list — more unexpected, more playful, or more experiential — for the same Island Botanica launch.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Brainstorm Big Campaign Ideas and Build a Mind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Organise the flood into a mind map.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Organise all these Island Botanica campaign ideas into a mind map in indented text (or Markdown) form: a central theme in the middle, then branches for the main directions (for example Story &amp; Theme, Content, Events &amp; Activations, Partnerships, In-store, Gifting), and the specific ideas as sub-branches under each. Add a branch for any gap you notice.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Brainstorm Big Campaign Ideas and Build a Mind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Render the mind map visually if you like: paste the indented text into a mind-mapping tool, or ask an AI image/diagram tool to draw it, so you can see the structure at a glance. Keep the text version too.</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Brainstorm Big Campaign Ideas and Build a Mind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Converge — cluster and evaluate.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From this mind map, cluster the ideas into three or four campaign directions. For each direction, give it a name, describe it in two lines, and note its main strength and its main risk for a small brand with a modest budget.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Brainstorm Big Campaign Ideas and Build a Mind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Make the call: shortlist one lead campaign concept and one backup. Write one line on why the lead fits the Island Botanica brief, audience and season best — this is your judgement, not the AI's.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Brainstorm Big Campaign Ideas and Build a Mind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full idea list, the mind map (text and any visual), the clustered directions, and your shortlisted lead concept and backup in your project folder — the lead concept goes into Lab 10 to be challenged and strengthened.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Brainstorm Big Campaign Ideas and Build a Mind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wide brainstormed idea list (35+ ideas) for the Island Botanica launch, a mind map organising them into a central theme with branches and sub-branches, the ideas clustered into three or four evaluated directions, and one shortlisted lead concept plus a backup with a one-line rationale — all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Break Creative Blocks and Challenge the Obvious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A shortlisted idea is a starting point, not the finish. In this lab you deliberately push your lead concept past the obvious using AI as a provocation engine. You ask for the opposite of your safe idea, unexpected analogies, and 'what would a completely different brand do', and you run structured techniques — SCAMPER (substitute, combine, adapt, modify, put to another use, eliminate, reverse), ran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 set of challenged and alternative directions for your lead Island Botanica concept — from opposites, analogies, SCAMPER and role-play prompts — and one strengthened, more original version of the lead concept that incorporates the best of them,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challenging conventional thinking, provocation and lateral techniques (SCAMPER, random stimulus, analogy, role-play), overcoming creative blocks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Break Creative Blocks and Challenge the Obvious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State your lead concept from Lab 9 in one line so the AI has something concrete to challenge.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Break Creative Blocks and Challenge the Obvious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Challenge the obvious with opposites and analogies.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Here is my lead campaign concept for Island Botanica: '[PASTE LEAD CONCEPT]'. Challenge it: (1) describe the opposite approach; (2) give three unexpected analogies from unrelated fields (nature, music, architecture); (3) tell me how a completely different kind of brand — a streetwear label, a luxury hotel, a museum — would run this launch. Mine each for one fresh angle.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Break Creative Blocks and Challenge the Obvious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SCAMPER on the concept.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Apply SCAMPER to my Island Botanica lead concept — Substitute, Combine, Adapt, Modify, Put to another use, Eliminate, Reverse. For each, give one concrete way it could change the campaign. Keep the genuinely interesting ones.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Break Creative Blocks and Challenge the Obvious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Practise the unblock move (use whenever you stall).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I'm stuck on the launch's hero moment. Give me three completely different directions in one line each, a single opening sentence I could build from, and one creative constraint to react against.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Break Creative Blocks and Challenge the Obvious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Role-play for a fresher voice.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Re-pitch my Island Botanica lead concept three ways: as a filmmaker would frame it, as a poet would express it, and as a bold rival brand would provoke with it. One short paragraph each.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Break Creative Blocks and Challenge the Obvious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Converge again — curate, don't hoard. Choose the two or three strongest angles the challenge surfaced, discard the rest, and rewrite your lead concept as one strengthened, more original version that keeps the brief but is no longer the obvious idea.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Break Creative Blocks and Challenge the Obvious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challenge outputs and your strengthened lead concept in your project folder — this is the concept you present in Lab 11.</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Break Creative Blocks and Challenge the Obvious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challenged your lead concept with opposites, analogies, SCAMPER and role-play prompts, practised the unblock move, and produced one strengthened, more original version of the Island Botanica lead concept that folds in the two or three best angles surfaced — all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Combine Your Tools into a Creative Workflow and Pitch the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600" b="0">
                <a:solidFill>
                  <a:srgbClr val="161B26"/>
                </a:solidFill>
                <a:latin typeface="Arial"/>
              </a:rPr>
              <a:t>The final lab turns the day's pieces into a repeatable method and a presented result. First you document the creative workflow you actually used — chat assistant to ideate and write, image tool to visualise, design tool to assemble, chat assistant again to adapt and pitch — as a reusable chain (brief -&gt; ideate -&gt; draft -&gt; visualise -&gt; assemble -&gt; refine -&gt; present) you can run for any future proje …</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6908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34840"/>
            <a:ext cx="10241280" cy="822960"/>
          </a:xfrm>
          <a:prstGeom prst="rect">
            <a:avLst/>
          </a:prstGeom>
          <a:noFill/>
        </p:spPr>
        <p:txBody>
          <a:bodyPr wrap="square" anchor="t">
            <a:spAutoFit/>
          </a:bodyPr>
          <a:lstStyle/>
          <a:p>
            <a:pPr algn="l">
              <a:spcAft>
                <a:spcPts val="400"/>
              </a:spcAft>
            </a:pPr>
            <a:r>
              <a:rPr sz="1300" b="1">
                <a:solidFill>
                  <a:srgbClr val="161B26"/>
                </a:solidFill>
                <a:latin typeface="Arial"/>
              </a:rPr>
              <a:t>A documented, repeatable multi-tool creative workflow, plus a creative pitch for the Island Botanica campaign — a short persuasive narrative, a Q&amp;A crib of likely client questions and answers, and a rehearsal critique — assembling the whole campaign pack, saved in your project folder.</a:t>
            </a:r>
          </a:p>
        </p:txBody>
      </p:sp>
      <p:sp>
        <p:nvSpPr>
          <p:cNvPr id="13" name="TextBox 12"/>
          <p:cNvSpPr txBox="1"/>
          <p:nvPr/>
        </p:nvSpPr>
        <p:spPr>
          <a:xfrm>
            <a:off x="1005840" y="5285232"/>
            <a:ext cx="10241280" cy="45720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ChatGPT / Claude / Gemini / Copilot, combining multiple AI tools into a workflow, pitch structuring and storytelling, anticipating client questions, rehearsing with AI</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Combine Your Tools into a Creative Workflow and Pitch the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Document the workflow you used. Paste the prompt below, then adjust it to what you actually did.</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Help me write a reusable creative workflow for AI-assisted campaigns, based on this sequence: define the brief and brand voice, ideate and mind-map, draft copy, generate images, assemble social and launch content, refine, and pitch. For each step, name the tool I'd use, the input and the output, so I can run this workflow for any future project. Present it as a numbered workflow.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Combine Your Tools into a Creative Workflow and Pitch the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Gather the campaign pack: your brand story and copy (Labs 5-6), visuals and social kit (Labs 7-8), and the strengthened concept (Lab 10). List what you will show in the pitch and in what order.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Combine Your Tools into a Creative Workflow and Pitch the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the pitch narrative. Paste the prompt below.</a:t>
            </a:r>
          </a:p>
        </p:txBody>
      </p:sp>
      <p:sp>
        <p:nvSpPr>
          <p:cNvPr id="11" name="Rectangle 10"/>
          <p:cNvSpPr/>
          <p:nvPr/>
        </p:nvSpPr>
        <p:spPr>
          <a:xfrm>
            <a:off x="2331720" y="3794760"/>
            <a:ext cx="9235440" cy="11704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932688"/>
          </a:xfrm>
          <a:prstGeom prst="rect">
            <a:avLst/>
          </a:prstGeom>
          <a:noFill/>
        </p:spPr>
        <p:txBody>
          <a:bodyPr wrap="square" anchor="ctr">
            <a:spAutoFit/>
          </a:bodyPr>
          <a:lstStyle/>
          <a:p>
            <a:pPr algn="l">
              <a:spcAft>
                <a:spcPts val="400"/>
              </a:spcAft>
            </a:pPr>
            <a:r>
              <a:rPr sz="1200" b="0">
                <a:solidFill>
                  <a:srgbClr val="9CDCFE"/>
                </a:solidFill>
                <a:latin typeface="Arial"/>
              </a:rPr>
              <a:t>$ You are a creative director presenting to a client. Using my Island Botanica materials — concept: '[PASTE CONCEPT]', brand story, taglines, key visuals and social plan — write a short, persuasive pitch narrative (about 250 words) that opens with the big idea, walks through the story, the look and the launch plan, and closes with why it will work for the year-end season. On the Lumina Botanicals voice.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Combine Your Tools into a Creative Workflow and Pitch the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Anticipate the client's questions. Paste the prompt below.</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For this Island Botanica pitch, list the eight questions a client is most likely to ask (about budget, originality and AI use, timing, channels, and how it stands out), and draft a crisp two-to-three-sentence answer to each.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Combine Your Tools into a Creative Workflow and Pitch the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Rehearse with AI as a critic. Paste the prompt below and act on the feedback.</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30936"/>
          </a:xfrm>
          <a:prstGeom prst="rect">
            <a:avLst/>
          </a:prstGeom>
          <a:noFill/>
        </p:spPr>
        <p:txBody>
          <a:bodyPr wrap="square" anchor="ctr">
            <a:spAutoFit/>
          </a:bodyPr>
          <a:lstStyle/>
          <a:p>
            <a:pPr algn="l">
              <a:spcAft>
                <a:spcPts val="400"/>
              </a:spcAft>
            </a:pPr>
            <a:r>
              <a:rPr sz="1300" b="0">
                <a:solidFill>
                  <a:srgbClr val="9CDCFE"/>
                </a:solidFill>
                <a:latin typeface="Arial"/>
              </a:rPr>
              <a:t>$ Critique my Island Botanica pitch for clarity, flow and persuasive impact. What is the weakest part, what should I cut, and what one change would make it land better? Be specific and direct.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Combine Your Tools into a Creative Workflow and Pitch the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Assemble the final campaign pack: put the strengthened concept, brand story and copy, adapted pieces, moodboard and images, social kit and launch visuals, the pitch narrative and Q&amp;A crib, and your workflow document together in one place, in a clear order.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Combine Your Tools into a Creative Workflow and Pitch the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workflow, the pitch narrative, the Q&amp;A crib and the assembled campaign pack in your project folder — the finished, pitch-ready Island Botanica campaign the course set out to build.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Combine Your Tools into a Creative Workflow and Pitch the Campaign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documented, reusable multi-tool creative workflow, a persuasive Island Botanica pitch narrative, a Q&amp;A crib of eight likely client questions with answers, a rehearsal critique you have acted on, and the whole campaign pack assembled in order — all saved in your project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AI-Assisted Ideation and Creative Workflows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AI to brainstorm a wide set of bigger Island Botanica campaign concepts and activation ideas, organise them into a mind map, then cluster and shortlist the strongest direction.</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AI prompting techniques — provocations, opposites, analogies, SCAMPER and role-play — to challenge conventional thinking, push past creative blocks, and strengthen your lead campaign concept into something fresher.</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Assemble every tool used across the day into one repeatable creative workflow, then use AI to build and rehearse a creative pitch that presents the complete Island Botanica campaign.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AI creative toolkit</a:t>
            </a:r>
          </a:p>
          <a:p>
            <a:pPr algn="l">
              <a:spcAft>
                <a:spcPts val="300"/>
              </a:spcAft>
            </a:pPr>
            <a:r>
              <a:rPr sz="1300" b="0">
                <a:solidFill>
                  <a:srgbClr val="5B6372"/>
                </a:solidFill>
                <a:latin typeface="Arial"/>
              </a:rPr>
              <a:t>Explain how generative AI supports the creative process, and set up an AI creative toolkit — general chat assistants (ChatGPT, Claude, Gemini, Copilot) and an AI image tool — for creative 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Creative prompting</a:t>
            </a:r>
          </a:p>
          <a:p>
            <a:pPr algn="l">
              <a:spcAft>
                <a:spcPts val="300"/>
              </a:spcAft>
            </a:pPr>
            <a:r>
              <a:rPr sz="1300" b="0">
                <a:solidFill>
                  <a:srgbClr val="5B6372"/>
                </a:solidFill>
                <a:latin typeface="Arial"/>
              </a:rPr>
              <a:t>Write effective, structured prompts for creative tasks and build a reusable creative prompt library.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Tone, style &amp; voice</a:t>
            </a:r>
          </a:p>
          <a:p>
            <a:pPr algn="l">
              <a:spcAft>
                <a:spcPts val="300"/>
              </a:spcAft>
            </a:pPr>
            <a:r>
              <a:rPr sz="1300" b="0">
                <a:solidFill>
                  <a:srgbClr val="5B6372"/>
                </a:solidFill>
                <a:latin typeface="Arial"/>
              </a:rPr>
              <a:t>Use generative AI to define and lock a consistent brand tone, style and voice for a creative project.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Responsible creativity</a:t>
            </a:r>
          </a:p>
          <a:p>
            <a:pPr algn="l">
              <a:spcAft>
                <a:spcPts val="300"/>
              </a:spcAft>
            </a:pPr>
            <a:r>
              <a:rPr sz="1300" b="0">
                <a:solidFill>
                  <a:srgbClr val="5B6372"/>
                </a:solidFill>
                <a:latin typeface="Arial"/>
              </a:rPr>
              <a:t>Apply responsible-use practices to AI creative work — originality, copyright, AI-image rights and transparent disclosure.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Story &amp; copy</a:t>
            </a:r>
          </a:p>
          <a:p>
            <a:pPr algn="l">
              <a:spcAft>
                <a:spcPts val="300"/>
              </a:spcAft>
            </a:pPr>
            <a:r>
              <a:rPr sz="1300" b="0">
                <a:solidFill>
                  <a:srgbClr val="5B6372"/>
                </a:solidFill>
                <a:latin typeface="Arial"/>
              </a:rPr>
              <a:t>Draft a brand story, taglines and marketing copy with AI, on a defined brand voice.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Adapt &amp; iterate</a:t>
            </a:r>
          </a:p>
          <a:p>
            <a:pPr algn="l">
              <a:spcAft>
                <a:spcPts val="300"/>
              </a:spcAft>
            </a:pPr>
            <a:r>
              <a:rPr sz="1300" b="0">
                <a:solidFill>
                  <a:srgbClr val="5B6372"/>
                </a:solidFill>
                <a:latin typeface="Arial"/>
              </a:rPr>
              <a:t>Rewrite, polish and adapt creative copy for different audiences and channels, iterating with follow-up prompts.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Visual concepts &amp; images</a:t>
            </a:r>
          </a:p>
          <a:p>
            <a:pPr algn="l">
              <a:spcAft>
                <a:spcPts val="300"/>
              </a:spcAft>
            </a:pPr>
            <a:r>
              <a:rPr sz="1300" b="0">
                <a:solidFill>
                  <a:srgbClr val="5B6372"/>
                </a:solidFill>
                <a:latin typeface="Arial"/>
              </a:rPr>
              <a:t>Generate visual concepts and on-brand images with AI image tools using effective image prompts.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Social &amp; launch content</a:t>
            </a:r>
          </a:p>
          <a:p>
            <a:pPr algn="l">
              <a:spcAft>
                <a:spcPts val="300"/>
              </a:spcAft>
            </a:pPr>
            <a:r>
              <a:rPr sz="1300" b="0">
                <a:solidFill>
                  <a:srgbClr val="5B6372"/>
                </a:solidFill>
                <a:latin typeface="Arial"/>
              </a:rPr>
              <a:t>Create a social media content kit and presentation/launch visuals with AI.</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Ideation &amp; mind maps</a:t>
            </a:r>
          </a:p>
          <a:p>
            <a:pPr algn="l">
              <a:spcAft>
                <a:spcPts val="300"/>
              </a:spcAft>
            </a:pPr>
            <a:r>
              <a:rPr sz="1300" b="0">
                <a:solidFill>
                  <a:srgbClr val="5B6372"/>
                </a:solidFill>
                <a:latin typeface="Arial"/>
              </a:rPr>
              <a:t>Brainstorm ideas and build a mind map with AI, then challenge conventional thinking and overcome creative blocks.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Workflow &amp; pitch</a:t>
            </a:r>
          </a:p>
          <a:p>
            <a:pPr algn="l">
              <a:spcAft>
                <a:spcPts val="300"/>
              </a:spcAft>
            </a:pPr>
            <a:r>
              <a:rPr sz="1300" b="0">
                <a:solidFill>
                  <a:srgbClr val="5B6372"/>
                </a:solidFill>
                <a:latin typeface="Arial"/>
              </a:rPr>
              <a:t>Combine multiple AI tools into a repeatable creative workflow and present and pitch creative ideas with AI support.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Creativity (C1276)  ·  C1276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